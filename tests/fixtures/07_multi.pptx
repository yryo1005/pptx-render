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複数要素を含むスライド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743200" cy="1645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0" y="1371600"/>
            <a:ext cx="1828800" cy="9144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