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日本語のテキストは，行の折り返し位置がPowerPointと大きく異ならないことが重要である。句読点や括弧などの禁則処理も確認する。（括弧の例）「かぎ括弧の例」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