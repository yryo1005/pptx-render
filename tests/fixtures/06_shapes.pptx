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solidFill>
            <a:srgbClr val="4472C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0" y="457200"/>
            <a:ext cx="1828800" cy="91440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457200"/>
            <a:ext cx="1828800" cy="914400"/>
          </a:xfrm>
          <a:prstGeom prst="ellipse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457200" y="1828800"/>
            <a:ext cx="1828800" cy="914400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2743200" y="1828800"/>
            <a:ext cx="1371600" cy="1097280"/>
          </a:xfrm>
          <a:prstGeom prst="triangle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5029200" y="1828800"/>
            <a:ext cx="1371600" cy="1371600"/>
          </a:xfrm>
          <a:prstGeom prst="star5">
            <a:avLst/>
          </a:prstGeom>
          <a:solidFill>
            <a:srgbClr val="A52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3657600"/>
            <a:ext cx="2286000" cy="9144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