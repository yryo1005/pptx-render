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This is a long English paragraph used to verify that word wrapping behaves correctly when the text box width is limited.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