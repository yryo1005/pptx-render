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複合スライド（Complex Slide）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4114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日本語とEnglishが混在する本文．数式・図・表も含む．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>
              <m:oMath xmlns:m="http://schemas.openxmlformats.org/officeDocument/2006/math">
                <m:f>
                  <m:num>
                    <m:r>
                      <m:t>1</m:t>
                    </m:r>
                  </m:num>
                  <m:den>
                    <m:r>
                      <m:t>N</m:t>
                    </m:r>
                  </m:den>
                </m:f>
                <m:r>
                  <m:t>∑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</m:oMath>
            </a14:m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914400"/>
            <a:ext cx="3200400" cy="1920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754880" y="3017520"/>
            <a:ext cx="3200400" cy="731520"/>
          </a:xfrm>
          <a:prstGeom prst="round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/>
              <a:t>Rounded rect with text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474720"/>
          <a:ext cx="4114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r>
                        <a:t>cell 0-0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0-1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cell 1-0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cell 1-1</a:t>
                      </a: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6858000" y="3840480"/>
            <a:ext cx="914400" cy="914400"/>
            <a:chOff x="6858000" y="3840480"/>
            <a:chExt cx="914400" cy="914400"/>
          </a:xfrm>
        </p:grpSpPr>
        <p:sp>
          <p:nvSpPr>
            <p:cNvPr id="8" name="Oval 7"/>
            <p:cNvSpPr/>
            <p:nvPr/>
          </p:nvSpPr>
          <p:spPr>
            <a:xfrm>
              <a:off x="6858000" y="3840480"/>
              <a:ext cx="91440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