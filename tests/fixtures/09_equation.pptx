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>
              <m:oMath xmlns:m="http://schemas.openxmlformats.org/officeDocument/2006/math">
                <m:f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r>
                  <m:t>∑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</m:oMath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